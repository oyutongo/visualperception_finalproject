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32D36-855D-B909-F5D8-EAB7A46F3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54FACD-FF4D-9252-51CC-9DF53CE8F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750F8-C6F2-992A-C8A9-3B761FE2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792066-1D73-13B0-B381-16E5EEED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7B346-70FD-F427-ADDE-D80520FE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1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AAF4F-9B7E-014E-6B2F-8BECC797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7F407-D36C-FAC8-C0BF-4381CD33A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A7EC13-B5D1-6141-D073-1DE1EAA2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E67C1-7B65-464D-AD65-C9F8D06B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4B8396-B3DC-FA01-8236-08431043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1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4FC2D-9D93-87BE-C5B7-1FDBE69F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995563-D52F-85AA-7877-B782316E8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7B80A-FF35-19F5-B193-39579F4B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9D401-D3D0-BC1C-6E9F-132C2B02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7A4EA-2FED-E570-8993-49B4CF34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57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46573-F15A-40C8-3554-55F4844E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E4F49E-01C7-9965-660A-10320ED1A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C8C497-1959-D898-18A9-7BA03E12A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42E06-9066-ADB6-4338-16A1292A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42A9A-0AB8-ECC4-64D4-22110924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6F81F-3214-6BB9-59B7-1F7CF1D8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8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6ADA7-6398-086E-3AC9-CEA94571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53FC22-E805-FA9C-F331-0961BDAE8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43457C-502C-DC45-D59E-4D90581D5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0B21F5-A97E-D75E-52F9-F19FB9EE1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198818-633D-D06A-C24B-39E0CCE66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C9BFEA-1B79-1371-DD8A-67075FC9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3B3C40-D5D4-360F-E70D-8D722B8E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8CFC54-F5BE-5882-8B27-7B6DA7B4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16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3445E-E561-27D9-AC13-F7C39B62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F16F0C-832D-D2A3-0870-9F1787E9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67A366-55C9-F69A-8F67-28EC4945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A5B2C5-58B3-6162-D566-BB0B6A26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02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258DB3-AECD-9D9C-8F72-FB82D24C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DC4ABA-B932-8992-66C3-B2C49E06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B5AEEC-452F-1C28-A09E-AB6263F7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822B5-D92C-63AA-EAEF-14768B7B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C4951-2A5D-B8B0-19C1-DB6E053D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27BC29-9F64-BF2F-54AB-386309C77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28FC48-293C-DA1C-B482-F3DBAA0E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3DCB3-1DCB-DA69-69BD-BF0B5B65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96AC7-979E-3672-E01D-805E7296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0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0B5EF-FCBF-BEF4-C081-4418D0F9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74FB5C-27DD-A2BD-5178-4C0644913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E8F20-2796-E442-468B-5B0536AD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88A9C8-9CDA-D53E-C01F-791438A0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351D5E-CB8D-EEB5-1CC2-C5A285DD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FAC5C3-5EA2-447F-D44D-07182DD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90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3E802-2255-7938-65BB-7FF16165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01B6BA-F8FA-F545-A1C4-415B4CF1C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9A20C-F2B9-420C-8DC3-FA7EFDA0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2AC7F-BF93-D4F2-C02B-08779362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164B8-2A43-F53C-1D2A-ED2E3452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82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D8F408-EEF8-E103-DC77-B779B0BD1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B34264-252E-A093-C806-BC3E53526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32E24-55F3-C85E-F58F-4C7C0682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868D31-919D-65DD-9D9A-FBC3ED51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0167B-80AC-C748-317B-6D199479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66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4E546B-E8C7-2890-2110-DE4CC9BE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B3B7E-9B97-0E85-29C7-055377D9B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C6FF32-740C-63FF-0BE3-5B1E00566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2E9D2-F49A-4FC4-9DAE-6EB5BA6CD1DF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D784C-5684-4232-D99A-BD731D96D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003BE-2D5B-8BD4-2837-9C52BD11A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98DB8-4519-4FB5-B753-056755369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79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7DA7C2C-2354-994B-334A-16B15CF8F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5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CC96F3-8314-F87A-95CA-613232864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9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EC2045-F9D3-960A-FE6A-1EC9058D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4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BFAC7EE-21DF-0E1E-CF88-02DA2867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6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AF3CCB-B09D-E508-D033-033984E45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8D6C76-1BEC-0085-7516-7E0B6374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7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8E84B-E73E-B872-9781-AE7F48EC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4A218-BA83-CF15-46B3-5312BC1CA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61D056-8A95-A25B-8503-AB4EF7159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5258F-2987-4C7A-E9D0-EFD15776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97470C-523D-F4A6-327A-C3F26695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BF8D97-4C37-CE3B-986A-366EC4D9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8BB2B-1921-9797-EAD7-6FC065C2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B2774-8886-0568-ACFF-AEE6D73A8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23EC9C-C780-9793-D736-DC9A2B24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89"/>
            <a:ext cx="12192000" cy="67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7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Z</dc:creator>
  <cp:lastModifiedBy>y Z</cp:lastModifiedBy>
  <cp:revision>1</cp:revision>
  <dcterms:created xsi:type="dcterms:W3CDTF">2026-05-21T05:01:25Z</dcterms:created>
  <dcterms:modified xsi:type="dcterms:W3CDTF">2026-05-21T05:03:13Z</dcterms:modified>
</cp:coreProperties>
</file>